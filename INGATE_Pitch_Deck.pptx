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6400800" cy="6400800"/>
          </a:xfrm>
          <a:prstGeom prst="ellipse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3840480"/>
            <a:ext cx="4114800" cy="4114800"/>
          </a:xfrm>
          <a:prstGeom prst="ellipse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AD331"/>
                </a:solidFill>
                <a:latin typeface="Helvetica Neue"/>
              </a:rPr>
              <a:t>INGATE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TICKETING PLATFORM  ·  INDONESIA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Helvetica Neue"/>
              </a:rPr>
              <a:t>Jual Tiket Event Anda.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Helvetica Neue"/>
              </a:rPr>
              <a:t>Online. Mudah.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BAD331"/>
                </a:solidFill>
                <a:latin typeface="Helvetica Neue"/>
              </a:rPr>
              <a:t>Sekarang.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C2C4"/>
                </a:solidFill>
                <a:latin typeface="Helvetica Neue"/>
              </a:rPr>
              <a:t>Platform ticketing online untuk event organizer Indonesia —
bayar hanya saat tiket terjual, tanpa biaya di muka.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Helvetica Neue"/>
              </a:rPr>
              <a:t>01  / 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3A3C"/>
                </a:solidFill>
                <a:latin typeface="Helvetica Neue"/>
              </a:rPr>
              <a:t>Masih Jual Tiket Cara Lama?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389888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389888"/>
            <a:ext cx="566928" cy="224028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2139696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3A3C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3A3C"/>
                </a:solidFill>
                <a:latin typeface="Helvetica Neue"/>
              </a:rPr>
              <a:t>Transfer Manual &amp; Konfirmasi 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48256"/>
            <a:ext cx="4663440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67128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Pembeli kirim bukti transfer, tim rekap satu per satu lewat WhatsApp — rawan salah catat, lambat dikonfirmasi, dan sama sekali tidak profesional di mata pembeli.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89888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89888"/>
            <a:ext cx="566928" cy="224028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2139696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55448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3A3C"/>
                </a:solidFill>
                <a:latin typeface="Helvetica Neue"/>
              </a:rPr>
              <a:t>Penukaran Tiket Kacau di Pintu Masuk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13448" y="2048256"/>
            <a:ext cx="4663440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3448" y="2167128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Tanpa sistem digital, panitia kesulitan menukar e-ticket ke tiket gelang dengan cepat dan akurat. Antrian panjang, tiket palsu lolos, dan pengalaman tamu di menit pertama langsung rusak.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858768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" y="3858768"/>
            <a:ext cx="566928" cy="224028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3192" y="4608576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3A3C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59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3A3C"/>
                </a:solidFill>
                <a:latin typeface="Helvetica Neue"/>
              </a:rPr>
              <a:t>Buta Data Penjualan Real-time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517136"/>
            <a:ext cx="4663440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636007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Tidak tahu berapa tiket terjual hari ini, tipe mana yang laris, dan total pendapatan sudah berapa — semua harus rekap spreadsheet dulu sebelum bisa ambil keputusan.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58768"/>
            <a:ext cx="55778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858768"/>
            <a:ext cx="566928" cy="224028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4608576"/>
            <a:ext cx="4754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023359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43A3C"/>
                </a:solidFill>
                <a:latin typeface="Helvetica Neue"/>
              </a:rPr>
              <a:t>Kirim Tiket Satu Per Satu ke Pembeli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3448" y="4517136"/>
            <a:ext cx="4663440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13448" y="4636007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Setelah pembayaran dikonfirmasi, tim harus kirim tiket manual ke email pembeli satu per satu — memakan waktu berjam-jam dan rawan terlewat saat event besar dengan ratusan pembeli.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02  / 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Satu Platform.
Semua Beres.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C2C4"/>
                </a:solidFill>
                <a:latin typeface="Helvetica Neue"/>
              </a:rPr>
              <a:t>Organizer cukup daftar, buat event, dan share link.
INGATE yang urus pembayaran, e-ticket, monitoring penjualan, hingga penukaran tiket gelang di pintu masuk.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2743200"/>
            <a:ext cx="1600200" cy="14173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43A3C"/>
                </a:solidFill>
                <a:latin typeface="Helvetica Neue"/>
              </a:rPr>
              <a:t>Daftar &amp;
Buat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2944368"/>
            <a:ext cx="274320" cy="10058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4248" y="2980944"/>
            <a:ext cx="274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5144" y="2743200"/>
            <a:ext cx="1600200" cy="14173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68296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Atur Tiket
&amp; Kuota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944368"/>
            <a:ext cx="274320" cy="10058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2980944"/>
            <a:ext cx="274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743200"/>
            <a:ext cx="1600200" cy="14173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8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43A3C"/>
                </a:solidFill>
                <a:latin typeface="Helvetica Neue"/>
              </a:rPr>
              <a:t>Share
Link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9592" y="2944368"/>
            <a:ext cx="274320" cy="10058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2980944"/>
            <a:ext cx="274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2743200"/>
            <a:ext cx="1600200" cy="14173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Pembeli Beli
&amp; Bayar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7263" y="2944368"/>
            <a:ext cx="274320" cy="10058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27263" y="2980944"/>
            <a:ext cx="274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743200"/>
            <a:ext cx="1600200" cy="14173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43A3C"/>
                </a:solidFill>
                <a:latin typeface="Helvetica Neue"/>
              </a:rPr>
              <a:t>E-Ticket
Otomatis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74936" y="2944368"/>
            <a:ext cx="274320" cy="10058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74936" y="2980944"/>
            <a:ext cx="274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5832" y="2743200"/>
            <a:ext cx="1600200" cy="14173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58984" y="2926080"/>
            <a:ext cx="1490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Tukar ke
Tiket Gelang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3657600" cy="173736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365760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AD331"/>
                </a:solidFill>
                <a:latin typeface="Helvetica Neue"/>
              </a:rPr>
              <a:t>Tanpa biaya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47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Mulai gratis, bayar hanya saat tiket terjual.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434840"/>
            <a:ext cx="3657600" cy="173736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4434840"/>
            <a:ext cx="365760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AD331"/>
                </a:solidFill>
                <a:latin typeface="Helvetica Neue"/>
              </a:rPr>
              <a:t>Pembayaran otomatis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047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QRIS, bank transfer, kartu kredit — semua terintegrasi.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434840"/>
            <a:ext cx="3657600" cy="173736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4434840"/>
            <a:ext cx="365760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AD331"/>
                </a:solidFill>
                <a:latin typeface="Helvetica Neue"/>
              </a:rPr>
              <a:t>E-ticket instan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47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Email konfirmasi + QR Code dikirim otomatis ke pembeli.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5052"/>
                </a:solidFill>
                <a:latin typeface="Helvetica Neue"/>
              </a:rPr>
              <a:t>03  /  CARA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Mulai dalam 4 Langkah.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7" y="2290572"/>
            <a:ext cx="54864" cy="3227832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353312"/>
            <a:ext cx="12188952" cy="1234440"/>
          </a:xfrm>
          <a:prstGeom prst="rect">
            <a:avLst/>
          </a:prstGeom>
          <a:solidFill>
            <a:srgbClr val="103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50492"/>
            <a:ext cx="640080" cy="64008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504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3A3C"/>
                </a:solidFill>
                <a:latin typeface="Helvetica Neue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39" y="1952244"/>
            <a:ext cx="320040" cy="36576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173278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Daftar &amp; Buat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517904"/>
            <a:ext cx="36576" cy="90525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673352"/>
            <a:ext cx="5806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C2C4"/>
                </a:solidFill>
                <a:latin typeface="Helvetica Neue"/>
              </a:rPr>
              <a:t>Isi nama event, tanggal, lokasi, dan deskripsi. Tambahkan banner untuk tampilan yang profesional.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642616"/>
            <a:ext cx="12188952" cy="12344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39796"/>
            <a:ext cx="640080" cy="64008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3979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39" y="3241548"/>
            <a:ext cx="320040" cy="3657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02209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Tambah Tipe Tiket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2807208"/>
            <a:ext cx="36576" cy="90525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2962656"/>
            <a:ext cx="5806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C2C4"/>
                </a:solidFill>
                <a:latin typeface="Helvetica Neue"/>
              </a:rPr>
              <a:t>Buat tiket VIP, Regular, Early Bird — atur harga, kuota, dan jadwal buka-tutup penjualan per tipe.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931920"/>
            <a:ext cx="12188952" cy="1234440"/>
          </a:xfrm>
          <a:prstGeom prst="rect">
            <a:avLst/>
          </a:prstGeom>
          <a:solidFill>
            <a:srgbClr val="103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229100"/>
            <a:ext cx="640080" cy="64008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2291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3A3C"/>
                </a:solidFill>
                <a:latin typeface="Helvetica Neue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39" y="4530852"/>
            <a:ext cx="320040" cy="36576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431139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Share Link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4096512"/>
            <a:ext cx="36576" cy="90525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4251960"/>
            <a:ext cx="5806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C2C4"/>
                </a:solidFill>
                <a:latin typeface="Helvetica Neue"/>
              </a:rPr>
              <a:t>INGATE otomatis membuat halaman event publik. Share link ke media sosial, poster, atau grup komunitas.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221224"/>
            <a:ext cx="12188952" cy="12344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518404"/>
            <a:ext cx="640080" cy="64008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184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39" y="5820156"/>
            <a:ext cx="320040" cy="3657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560070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Pantau Penjualan &amp; Tukar Tiket Gelang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5385816"/>
            <a:ext cx="36576" cy="90525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5541264"/>
            <a:ext cx="5806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C2C4"/>
                </a:solidFill>
                <a:latin typeface="Helvetica Neue"/>
              </a:rPr>
              <a:t>Monitor tiket terjual &amp; pendapatan real-time. Di hari H, tim tukar e-ticket QR ke tiket gelang fisik.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04  /  FITUR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Semua yang Anda Butuhkan
Ada di Satu Tempat.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743200" cy="457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9933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Kelola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48716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Buat, edit, dan nonaktifkan event kapan saja. Atur status event: draft, aktif, atau selesai.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743200" cy="457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19933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Multi-Tipe Tiket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48716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VIP, Regular, Early Bird, dan lainnya — tiap tipe punya harga, kuota, dan jadwal sendiri.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743200" cy="457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Halaman Event Publik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8716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Setiap event punya halaman profesional yang bisa langsung di-share dan diakses pembeli.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82880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60" y="1828800"/>
            <a:ext cx="2743200" cy="457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45752" y="19933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Pembayaran Terintegrasi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48716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QRIS, transfer bank, dan kartu kredit — semua konfirmasi otomatis, tanpa rekap manual.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2743200" cy="457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4233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E-Ticket Otomatis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72744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Setelah bayar, pembeli langsung terima e-ticket ber-QR Code di email mereka.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06908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4069080"/>
            <a:ext cx="2743200" cy="457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02152" y="4233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Dashboard 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72744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Pantau total pendapatan, tiket terjual, dan event aktif — semua dalam satu layar.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6908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4069080"/>
            <a:ext cx="2743200" cy="457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4233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Laporan Transaksi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72744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Riwayat lengkap semua transaksi: nama pembeli, tipe tiket, status, dan nominal — bisa difilter.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4069080"/>
            <a:ext cx="2743200" cy="201168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81160" y="4069080"/>
            <a:ext cx="2743200" cy="4572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45752" y="423367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AD331"/>
                </a:solidFill>
                <a:latin typeface="Helvetica Neue"/>
              </a:rPr>
              <a:t>Profil Organizer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727448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2C4"/>
                </a:solidFill>
                <a:latin typeface="Helvetica Neue"/>
              </a:rPr>
              <a:t>Upload logo, isi bio, dan kelola informasi brand organizer Anda di platform INGATE.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Helvetica Neue"/>
              </a:rPr>
              <a:t>05  /  PENGALAMAN PEMBELI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3A3C"/>
                </a:solidFill>
                <a:latin typeface="Helvetica Neue"/>
              </a:rPr>
              <a:t>Pembeli Anda Mendapat
Pengalaman Terbaik.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Helvetica Neue"/>
              </a:rPr>
              <a:t>Kesan pertama pembeli terhadap event Anda dimulai dari cara mereka membeli tiket.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1945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219456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Helvetica Ne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81527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3A3C"/>
                </a:solidFill>
                <a:latin typeface="Helvetica Neue"/>
              </a:rPr>
              <a:t>Halaman Event
Profesional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840479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Pembeli melihat halaman event yang bersih, informatif, dan mobile-friendly.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41148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331720"/>
            <a:ext cx="21945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2331720"/>
            <a:ext cx="2194560" cy="54864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081527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3A3C"/>
                </a:solidFill>
                <a:latin typeface="Helvetica Neue"/>
              </a:rPr>
              <a:t>Checkout
Mudah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840479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Isi data diri, pilih tipe &amp; jumlah tiket, lanjut ke pembayaran — semua dalam hitungan menit.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41148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331720"/>
            <a:ext cx="21945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2331720"/>
            <a:ext cx="219456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2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081527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3A3C"/>
                </a:solidFill>
                <a:latin typeface="Helvetica Neue"/>
              </a:rPr>
              <a:t>Bayar via
Midtrans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840479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QRIS, virtual account, kartu kredit. Konfirmasi instan, tidak perlu kirim bukti transfer.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1148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2331720"/>
            <a:ext cx="21945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80" y="2331720"/>
            <a:ext cx="2194560" cy="54864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2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Helvetica Neue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3081527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3A3C"/>
                </a:solidFill>
                <a:latin typeface="Helvetica Neue"/>
              </a:rPr>
              <a:t>E-Ticket
Langsung di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3840479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QR Code unik per tiket dikirim otomatis. Bisa disimpan di HP, tidak perlu cetak.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411480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331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2331720"/>
            <a:ext cx="2194560" cy="3977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5520" y="2331720"/>
            <a:ext cx="219456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40112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3081527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43A3C"/>
                </a:solidFill>
                <a:latin typeface="Helvetica Neue"/>
              </a:rPr>
              <a:t>Tukar E-Ticket
ke Tiket Gelang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3840479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Helvetica Neue"/>
              </a:rPr>
              <a:t>Panitia scan QR Code pembeli, sistem verifikasi otomatis, lalu gelang fisik langsung diberikan. Cepat, anti-fraud.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06  /  MONITORING PENJUALAN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Helvetica Neue"/>
              </a:rPr>
              <a:t>Pantau Semua Penjualan
Secara Real-time.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737360"/>
            <a:ext cx="3703320" cy="146304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737360"/>
            <a:ext cx="370332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86537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TOTAL PENDAPATAN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9456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Rp 48.750.000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163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AD331"/>
                </a:solidFill>
                <a:latin typeface="Helvetica Neue"/>
              </a:rPr>
              <a:t>+12% dari event sebelumnya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703320" cy="146304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703320" cy="54864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86537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TIKET TERJUAL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1.250 / 2.000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163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5052"/>
                </a:solidFill>
                <a:latin typeface="Helvetica Neue"/>
              </a:rPr>
              <a:t>62.5% kuota terisi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37360"/>
            <a:ext cx="3703320" cy="146304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47888" y="1737360"/>
            <a:ext cx="3703320" cy="54864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86537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TIKET DITUKAR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194560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Helvetica Neue"/>
              </a:rPr>
              <a:t>380 gelang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81635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5052"/>
                </a:solidFill>
                <a:latin typeface="Helvetica Neue"/>
              </a:rPr>
              <a:t>Sudah ditukar di pintu masuk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383280"/>
            <a:ext cx="6035040" cy="2999232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" y="3383280"/>
            <a:ext cx="603504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493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RIWAYAT TRANSAKSI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22191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052"/>
                </a:solidFill>
                <a:latin typeface="Helvetica Neue"/>
              </a:rPr>
              <a:t>Pembeli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82219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052"/>
                </a:solidFill>
                <a:latin typeface="Helvetica Neue"/>
              </a:rPr>
              <a:t>Tiket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2219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052"/>
                </a:solidFill>
                <a:latin typeface="Helvetica Neue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2219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052"/>
                </a:solidFill>
                <a:latin typeface="Helvetica Neue"/>
              </a:rPr>
              <a:t>Nominal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14800"/>
            <a:ext cx="5715000" cy="27432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4169663"/>
            <a:ext cx="6035040" cy="512064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61103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Budi Santoso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26110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2C4"/>
                </a:solidFill>
                <a:latin typeface="Helvetica Neue"/>
              </a:rPr>
              <a:t>VIP · 2 tiket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26110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7A3C"/>
                </a:solidFill>
                <a:latin typeface="Helvetica Neue"/>
              </a:rPr>
              <a:t>PAID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6110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Rp 600.000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700016"/>
            <a:ext cx="6035040" cy="512064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4791455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Sari Dewi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79145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2C4"/>
                </a:solidFill>
                <a:latin typeface="Helvetica Neue"/>
              </a:rPr>
              <a:t>Regular ·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79145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7A3C"/>
                </a:solidFill>
                <a:latin typeface="Helvetica Neue"/>
              </a:rPr>
              <a:t>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79145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Rp 150.000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5230368"/>
            <a:ext cx="6035040" cy="512064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321807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Reza Pratama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321807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2C4"/>
                </a:solidFill>
                <a:latin typeface="Helvetica Neue"/>
              </a:rPr>
              <a:t>Early Bird ·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32180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68A1A"/>
                </a:solidFill>
                <a:latin typeface="Helvetica Neue"/>
              </a:rPr>
              <a:t>PENDING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321807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Rp 360.000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760719"/>
            <a:ext cx="6035040" cy="512064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852159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Lina Kusuma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85215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2C4"/>
                </a:solidFill>
                <a:latin typeface="Helvetica Neue"/>
              </a:rPr>
              <a:t>VIP · 1 tiket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5215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47A3C"/>
                </a:solidFill>
                <a:latin typeface="Helvetica Neue"/>
              </a:rPr>
              <a:t>PAID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585215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Helvetica Neue"/>
              </a:rPr>
              <a:t>Rp 300.000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01968" y="3383280"/>
            <a:ext cx="5257800" cy="2999232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01968" y="3383280"/>
            <a:ext cx="5257800" cy="54864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60" y="349300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PENJUALAN PER TIPE TIKET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931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VIP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3931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C2C4"/>
                </a:solidFill>
                <a:latin typeface="Helvetica Neue"/>
              </a:rPr>
              <a:t>450/500 terjual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279392"/>
            <a:ext cx="3474720" cy="201168"/>
          </a:xfrm>
          <a:prstGeom prst="rect">
            <a:avLst/>
          </a:prstGeom>
          <a:solidFill>
            <a:srgbClr val="1E4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66560" y="4279392"/>
            <a:ext cx="3127248" cy="201168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59568" y="426110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AD331"/>
                </a:solidFill>
                <a:latin typeface="Helvetica Neue"/>
              </a:rPr>
              <a:t>90%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5262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5052"/>
                </a:solidFill>
                <a:latin typeface="Helvetica Neue"/>
              </a:rPr>
              <a:t>Rp 135.000.000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800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Regular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4800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C2C4"/>
                </a:solidFill>
                <a:latin typeface="Helvetica Neue"/>
              </a:rPr>
              <a:t>680/1000 terjual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5148072"/>
            <a:ext cx="3474720" cy="201168"/>
          </a:xfrm>
          <a:prstGeom prst="rect">
            <a:avLst/>
          </a:prstGeom>
          <a:solidFill>
            <a:srgbClr val="1E4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766560" y="5148072"/>
            <a:ext cx="2362809" cy="201168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59568" y="512978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AD331"/>
                </a:solidFill>
                <a:latin typeface="Helvetica Neue"/>
              </a:rPr>
              <a:t>68%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53949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5052"/>
                </a:solidFill>
                <a:latin typeface="Helvetica Neue"/>
              </a:rPr>
              <a:t>Rp 102.000.000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566927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Early Bird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566927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C2C4"/>
                </a:solidFill>
                <a:latin typeface="Helvetica Neue"/>
              </a:rPr>
              <a:t>120/500 terjual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66560" y="6016751"/>
            <a:ext cx="3474720" cy="201168"/>
          </a:xfrm>
          <a:prstGeom prst="rect">
            <a:avLst/>
          </a:prstGeom>
          <a:solidFill>
            <a:srgbClr val="1E4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766560" y="6016751"/>
            <a:ext cx="833932" cy="201168"/>
          </a:xfrm>
          <a:prstGeom prst="rect">
            <a:avLst/>
          </a:prstGeom>
          <a:solidFill>
            <a:srgbClr val="E6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59568" y="599846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8A1A"/>
                </a:solidFill>
                <a:latin typeface="Helvetica Neue"/>
              </a:rPr>
              <a:t>24%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626364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5052"/>
                </a:solidFill>
                <a:latin typeface="Helvetica Neue"/>
              </a:rPr>
              <a:t>Rp 12.000.000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Helvetica Neue"/>
              </a:rPr>
              <a:t>07  /  HARGA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3A3C"/>
                </a:solidFill>
                <a:latin typeface="Helvetica Neue"/>
              </a:rPr>
              <a:t>Transparan.
Bayar Saat Tiket Terjual.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664208"/>
            <a:ext cx="5394960" cy="466344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664208"/>
            <a:ext cx="5394960" cy="64008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801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MODEL KOMISI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488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BAD331"/>
                </a:solidFill>
                <a:latin typeface="Helvetica Neue"/>
              </a:rP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383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Helvetica Neue"/>
              </a:rPr>
              <a:t>dari harga tiket yang terjual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86200"/>
            <a:ext cx="4709160" cy="27432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40233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BAD331"/>
                </a:solidFill>
                <a:latin typeface="Helvetica Neue"/>
              </a:rPr>
              <a:t>Tanpa biaya di muka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2C4"/>
                </a:solidFill>
                <a:latin typeface="Helvetica Neue"/>
              </a:rPr>
              <a:t>Kami hanya terbayar saat tiket Anda terjual.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7731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BAD331"/>
                </a:solidFill>
                <a:latin typeface="Helvetica Neue"/>
              </a:rPr>
              <a:t>Admin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2C4"/>
                </a:solidFill>
                <a:latin typeface="Helvetica Neue"/>
              </a:rPr>
              <a:t>Dapat didiskusikan bersama tim kami.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64208"/>
            <a:ext cx="56692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664208"/>
            <a:ext cx="5669280" cy="64008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801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43A3C"/>
                </a:solidFill>
                <a:latin typeface="Helvetica Neue"/>
              </a:rPr>
              <a:t>SIMULASI SEDERHANA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212848"/>
            <a:ext cx="5669280" cy="43891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22494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Harga Tiket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2494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Platform Fee (5%)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2249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Helvetica Neue"/>
              </a:rPr>
              <a:t>Anda Terima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670048"/>
            <a:ext cx="566928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2761488"/>
            <a:ext cx="1600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0617"/>
                </a:solidFill>
                <a:latin typeface="Helvetica Neue"/>
              </a:rPr>
              <a:t>Rp 50.000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2761488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020"/>
                </a:solidFill>
                <a:latin typeface="Helvetica Neue"/>
              </a:rPr>
              <a:t>Rp 2.500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2761488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7A3C"/>
                </a:solidFill>
                <a:latin typeface="Helvetica Neue"/>
              </a:rPr>
              <a:t>Rp 47.500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236976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3328416"/>
            <a:ext cx="1600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0617"/>
                </a:solidFill>
                <a:latin typeface="Helvetica Neue"/>
              </a:rPr>
              <a:t>Rp 100.000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3328416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020"/>
                </a:solidFill>
                <a:latin typeface="Helvetica Neue"/>
              </a:rPr>
              <a:t>Rp 5.000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3328416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7A3C"/>
                </a:solidFill>
                <a:latin typeface="Helvetica Neue"/>
              </a:rPr>
              <a:t>Rp 95.000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03904"/>
            <a:ext cx="5669280" cy="5486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3895344"/>
            <a:ext cx="1600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0617"/>
                </a:solidFill>
                <a:latin typeface="Helvetica Neue"/>
              </a:rPr>
              <a:t>Rp 200.000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3895344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020"/>
                </a:solidFill>
                <a:latin typeface="Helvetica Neue"/>
              </a:rPr>
              <a:t>Rp 10.000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3895344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7A3C"/>
                </a:solidFill>
                <a:latin typeface="Helvetica Neue"/>
              </a:rPr>
              <a:t>Rp 190.000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370831"/>
            <a:ext cx="5669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91072" y="4462271"/>
            <a:ext cx="16002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0617"/>
                </a:solidFill>
                <a:latin typeface="Helvetica Neue"/>
              </a:rPr>
              <a:t>Rp 500.000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4462271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020"/>
                </a:solidFill>
                <a:latin typeface="Helvetica Neue"/>
              </a:rPr>
              <a:t>Rp 25.000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4462271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7A3C"/>
                </a:solidFill>
                <a:latin typeface="Helvetica Neue"/>
              </a:rPr>
              <a:t>Rp 475.000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983480"/>
            <a:ext cx="5669280" cy="274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5074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Helvetica Neue"/>
              </a:rPr>
              <a:t>* Belum termasuk Admin Fee (dapat didiskusikan)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BC2C4"/>
                </a:solidFill>
                <a:latin typeface="Helvetica Neue"/>
              </a:rPr>
              <a:t>08  /  COCOK UNTUK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Platform Ini Tepat
untuk Event Anda.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5760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Konser &amp; Festival Musik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Event musik skala kecil hingga besar, festival seni &amp; budaya.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657600" cy="54864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9751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95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Seminar &amp;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Pelatihan profesional, konferensi, webinar, dan talkshow.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54864"/>
          </a:xfrm>
          <a:prstGeom prst="rect">
            <a:avLst/>
          </a:prstGeom>
          <a:solidFill>
            <a:srgbClr val="2A6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9751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957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Event Olahraga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Fun run, tournament, pertandingan komunitas, dan sport event.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3657600" cy="54864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3068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Pameran &amp; Bazaar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Expo industri, pameran produk, trade show, dan bazaar UKM.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16052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4160520"/>
            <a:ext cx="3657600" cy="54864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43068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Pertunjukan Seni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Teater, pentas tari, stand-up comedy, dan pameran seni rupa.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160520"/>
            <a:ext cx="3657600" cy="20574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4160520"/>
            <a:ext cx="3657600" cy="54864"/>
          </a:xfrm>
          <a:prstGeom prst="rect">
            <a:avLst/>
          </a:prstGeom>
          <a:solidFill>
            <a:srgbClr val="2A6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3068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AD331"/>
                </a:solidFill>
                <a:latin typeface="Helvetica Neue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Event Kampus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BC2C4"/>
                </a:solidFill>
                <a:latin typeface="Helvetica Neue"/>
              </a:rPr>
              <a:t>Acara BEM, UKM, wisuda, ospek, dan kegiatan mahasiswa.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5052"/>
                </a:solidFill>
                <a:latin typeface="Helvetica Neue"/>
              </a:rPr>
              <a:t>09  /  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Helvetica Neue"/>
              </a:rPr>
              <a:t>Mari Mulai
Bersama.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526280"/>
            <a:ext cx="1645920" cy="45720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681728"/>
            <a:ext cx="5943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C2C4"/>
                </a:solidFill>
                <a:latin typeface="Helvetica Neue"/>
              </a:rPr>
              <a:t>Platform ticketing online untuk event organizer
Indonesia — jual tiket mulai hari ini.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0"/>
            <a:ext cx="5166359" cy="6858000"/>
          </a:xfrm>
          <a:prstGeom prst="rect">
            <a:avLst/>
          </a:prstGeom>
          <a:solidFill>
            <a:srgbClr val="0F2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0"/>
            <a:ext cx="45720" cy="6858000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886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5052"/>
                </a:solidFill>
                <a:latin typeface="Helvetica Neue"/>
              </a:rPr>
              <a:t>HUBUNGI KAMI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271016"/>
            <a:ext cx="4572000" cy="36576"/>
          </a:xfrm>
          <a:prstGeom prst="rect">
            <a:avLst/>
          </a:prstGeom>
          <a:solidFill>
            <a:srgbClr val="1E5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95160" y="1709928"/>
            <a:ext cx="73152" cy="73152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63677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5052"/>
                </a:solidFill>
                <a:latin typeface="Helvetica Neue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385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0877-5058-1589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386584"/>
            <a:ext cx="4572000" cy="18288"/>
          </a:xfrm>
          <a:prstGeom prst="rect">
            <a:avLst/>
          </a:prstGeom>
          <a:solidFill>
            <a:srgbClr val="1E4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95160" y="2734056"/>
            <a:ext cx="73152" cy="73152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2660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5052"/>
                </a:solidFill>
                <a:latin typeface="Helvetica Neue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96265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hello@ingate.id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3410712"/>
            <a:ext cx="4572000" cy="18288"/>
          </a:xfrm>
          <a:prstGeom prst="rect">
            <a:avLst/>
          </a:prstGeom>
          <a:solidFill>
            <a:srgbClr val="1E4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95160" y="3758184"/>
            <a:ext cx="73152" cy="73152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3685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5052"/>
                </a:solidFill>
                <a:latin typeface="Helvetica Neue"/>
              </a:rPr>
              <a:t>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986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ingate.id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4434840"/>
            <a:ext cx="4572000" cy="18288"/>
          </a:xfrm>
          <a:prstGeom prst="rect">
            <a:avLst/>
          </a:prstGeom>
          <a:solidFill>
            <a:srgbClr val="1E4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95160" y="4782312"/>
            <a:ext cx="73152" cy="73152"/>
          </a:xfrm>
          <a:prstGeom prst="rect">
            <a:avLst/>
          </a:prstGeom>
          <a:solidFill>
            <a:srgbClr val="BAD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470915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5052"/>
                </a:solidFill>
                <a:latin typeface="Helvetica Neue"/>
              </a:rPr>
              <a:t>LOKASI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01091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Ponorogo, Jawa Timur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4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620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C2C4"/>
                </a:solidFill>
                <a:latin typeface="Helvetica Neue"/>
              </a:rPr>
              <a:t>INGATE  —  ingate.id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1101</Words>
  <Application>Microsoft Macintosh PowerPoint</Application>
  <PresentationFormat>Custom</PresentationFormat>
  <Paragraphs>207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MacBook Pro</cp:lastModifiedBy>
  <cp:revision>1</cp:revision>
  <dcterms:created xsi:type="dcterms:W3CDTF">2013-01-27T09:14:16Z</dcterms:created>
  <dcterms:modified xsi:type="dcterms:W3CDTF">2026-04-23T19:51:52Z</dcterms:modified>
  <cp:category/>
</cp:coreProperties>
</file>